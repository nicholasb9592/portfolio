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4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24242E0-F73E-4FF3-80B4-32AB0445C6F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36DB02-C13C-4170-B626-D497A4FE834C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761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42E0-F73E-4FF3-80B4-32AB0445C6F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6DB02-C13C-4170-B626-D497A4FE8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31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42E0-F73E-4FF3-80B4-32AB0445C6F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6DB02-C13C-4170-B626-D497A4FE8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181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42E0-F73E-4FF3-80B4-32AB0445C6F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6DB02-C13C-4170-B626-D497A4FE8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420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42E0-F73E-4FF3-80B4-32AB0445C6F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6DB02-C13C-4170-B626-D497A4FE8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52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42E0-F73E-4FF3-80B4-32AB0445C6F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6DB02-C13C-4170-B626-D497A4FE8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527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42E0-F73E-4FF3-80B4-32AB0445C6F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6DB02-C13C-4170-B626-D497A4FE8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135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42E0-F73E-4FF3-80B4-32AB0445C6F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6DB02-C13C-4170-B626-D497A4FE8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948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42E0-F73E-4FF3-80B4-32AB0445C6F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6DB02-C13C-4170-B626-D497A4FE8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112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42E0-F73E-4FF3-80B4-32AB0445C6F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6DB02-C13C-4170-B626-D497A4FE8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430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42E0-F73E-4FF3-80B4-32AB0445C6F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6DB02-C13C-4170-B626-D497A4FE8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8084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42E0-F73E-4FF3-80B4-32AB0445C6F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6DB02-C13C-4170-B626-D497A4FE834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460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42E0-F73E-4FF3-80B4-32AB0445C6F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6DB02-C13C-4170-B626-D497A4FE8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947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42E0-F73E-4FF3-80B4-32AB0445C6F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6DB02-C13C-4170-B626-D497A4FE8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0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42E0-F73E-4FF3-80B4-32AB0445C6F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6DB02-C13C-4170-B626-D497A4FE8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367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42E0-F73E-4FF3-80B4-32AB0445C6F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6DB02-C13C-4170-B626-D497A4FE8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629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242E0-F73E-4FF3-80B4-32AB0445C6F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6DB02-C13C-4170-B626-D497A4FE8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58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24242E0-F73E-4FF3-80B4-32AB0445C6F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236DB02-C13C-4170-B626-D497A4FE8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062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8D570-D714-56CA-EC1A-AD1E23E1F4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Arkansas Movies n’ Actors Capstone II Project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D23C00-B780-86BE-5D07-F650A9F519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Nicholas Bryan</a:t>
            </a:r>
          </a:p>
        </p:txBody>
      </p:sp>
    </p:spTree>
    <p:extLst>
      <p:ext uri="{BB962C8B-B14F-4D97-AF65-F5344CB8AC3E}">
        <p14:creationId xmlns:p14="http://schemas.microsoft.com/office/powerpoint/2010/main" val="1841780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430C-568A-BC1F-203D-686FB8271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150BC-9A85-573D-D894-F9FC9FE092C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Client needed a website highlighting Arkansas film heritage.</a:t>
            </a:r>
          </a:p>
          <a:p>
            <a:r>
              <a:rPr lang="en-US" dirty="0"/>
              <a:t>Wanted at least 5 to 8 movies and actors to showcase.</a:t>
            </a:r>
          </a:p>
          <a:p>
            <a:r>
              <a:rPr lang="en-US" dirty="0"/>
              <a:t>Audience: Ages 20 to 40 years old.</a:t>
            </a:r>
          </a:p>
          <a:p>
            <a:r>
              <a:rPr lang="en-US" dirty="0"/>
              <a:t>Goal: Create a modern and simple to navigate website.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455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34740-9AD5-0D4E-1BEF-9D1EEAD71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Definition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FD3DC-F90B-866D-511D-57BF43B418D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No unified Arkansas film and actor website existed.</a:t>
            </a:r>
          </a:p>
          <a:p>
            <a:r>
              <a:rPr lang="en-US" dirty="0"/>
              <a:t>Users had to manually search multiple websites.</a:t>
            </a:r>
          </a:p>
          <a:p>
            <a:r>
              <a:rPr lang="en-US" dirty="0"/>
              <a:t>No content or API integration before project.</a:t>
            </a:r>
          </a:p>
          <a:p>
            <a:r>
              <a:rPr lang="en-US" dirty="0"/>
              <a:t>Needed responsive, Simple, and easy to update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875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8E2C3-CEBC-6466-362C-7B1CEE16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F634B-22A2-555C-84B6-CF1FF5E1D19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Create a website listing Arkansas movies and actors.</a:t>
            </a:r>
          </a:p>
          <a:p>
            <a:r>
              <a:rPr lang="en-US" dirty="0"/>
              <a:t>Integrate TMDB API for movie and actor data.</a:t>
            </a:r>
          </a:p>
          <a:p>
            <a:r>
              <a:rPr lang="en-US" dirty="0"/>
              <a:t>Implement modal popups for detailed information.</a:t>
            </a:r>
          </a:p>
          <a:p>
            <a:r>
              <a:rPr lang="en-US" dirty="0"/>
              <a:t>Create using GitHub Pages.</a:t>
            </a:r>
          </a:p>
          <a:p>
            <a:r>
              <a:rPr lang="en-US" dirty="0"/>
              <a:t>Track usage with Google Analytics.</a:t>
            </a:r>
          </a:p>
        </p:txBody>
      </p:sp>
    </p:spTree>
    <p:extLst>
      <p:ext uri="{BB962C8B-B14F-4D97-AF65-F5344CB8AC3E}">
        <p14:creationId xmlns:p14="http://schemas.microsoft.com/office/powerpoint/2010/main" val="4038855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F3B3D-AA4D-AF8B-AF97-EC0398C2F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Analysis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BD85A-8694-BDED-A67E-7EB64440C27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Web-based architecture.</a:t>
            </a:r>
          </a:p>
          <a:p>
            <a:r>
              <a:rPr lang="en-US" dirty="0"/>
              <a:t>TMDB API as primary data provider.</a:t>
            </a:r>
          </a:p>
          <a:p>
            <a:r>
              <a:rPr lang="en-US" dirty="0"/>
              <a:t>Frontend-only system (HTML/CSS/JS).</a:t>
            </a:r>
          </a:p>
          <a:p>
            <a:r>
              <a:rPr lang="en-US" dirty="0"/>
              <a:t>Static hosting using GitHub Pages.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800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9ECE2-9221-0330-8337-397A4BB72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FD3FE-FB5B-ABD8-CF65-D6FEBFF94A5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HTML, CSS, JavaScript.</a:t>
            </a:r>
          </a:p>
          <a:p>
            <a:r>
              <a:rPr lang="en-US" dirty="0"/>
              <a:t>TMDB API.</a:t>
            </a:r>
          </a:p>
          <a:p>
            <a:r>
              <a:rPr lang="en-US" dirty="0"/>
              <a:t>GitHub Pages Deployment.</a:t>
            </a:r>
          </a:p>
          <a:p>
            <a:r>
              <a:rPr lang="en-US" dirty="0"/>
              <a:t>Google Analytics.</a:t>
            </a:r>
          </a:p>
        </p:txBody>
      </p:sp>
    </p:spTree>
    <p:extLst>
      <p:ext uri="{BB962C8B-B14F-4D97-AF65-F5344CB8AC3E}">
        <p14:creationId xmlns:p14="http://schemas.microsoft.com/office/powerpoint/2010/main" val="2533484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13D1-CF8C-8F53-833E-CFEF13FD9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85800"/>
            <a:ext cx="6398496" cy="1151965"/>
          </a:xfrm>
        </p:spPr>
        <p:txBody>
          <a:bodyPr>
            <a:normAutofit/>
          </a:bodyPr>
          <a:lstStyle/>
          <a:p>
            <a:r>
              <a:rPr lang="en-US"/>
              <a:t>Design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1317B-3514-F76A-DC57-775BE4B874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2063397"/>
            <a:ext cx="6397157" cy="3237468"/>
          </a:xfrm>
        </p:spPr>
        <p:txBody>
          <a:bodyPr>
            <a:normAutofit/>
          </a:bodyPr>
          <a:lstStyle/>
          <a:p>
            <a:r>
              <a:rPr lang="en-US"/>
              <a:t>Modular JS files for maintainability.</a:t>
            </a:r>
          </a:p>
          <a:p>
            <a:r>
              <a:rPr lang="en-US"/>
              <a:t>Reusable modal system for detailed info.</a:t>
            </a:r>
          </a:p>
          <a:p>
            <a:r>
              <a:rPr lang="en-US"/>
              <a:t>Card grid layout for movies and actors.</a:t>
            </a:r>
          </a:p>
          <a:p>
            <a:r>
              <a:rPr lang="en-US"/>
              <a:t>Homepage has featured actors and movies.</a:t>
            </a:r>
          </a:p>
          <a:p>
            <a:r>
              <a:rPr lang="en-US"/>
              <a:t>Consistent styling across all pages.</a:t>
            </a:r>
          </a:p>
          <a:p>
            <a:endParaRPr lang="en-US" dirty="0"/>
          </a:p>
        </p:txBody>
      </p:sp>
      <p:pic>
        <p:nvPicPr>
          <p:cNvPr id="5" name="Picture 4" descr="A white background with blue and purple lines&#10;&#10;AI-generated content may be incorrect.">
            <a:extLst>
              <a:ext uri="{FF2B5EF4-FFF2-40B4-BE49-F238E27FC236}">
                <a16:creationId xmlns:a16="http://schemas.microsoft.com/office/drawing/2014/main" id="{467D5915-7F66-F4AD-06C5-93C58A008E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190" b="2"/>
          <a:stretch>
            <a:fillRect/>
          </a:stretch>
        </p:blipFill>
        <p:spPr>
          <a:xfrm>
            <a:off x="7568124" y="110542"/>
            <a:ext cx="3836475" cy="2526610"/>
          </a:xfrm>
          <a:prstGeom prst="rect">
            <a:avLst/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</p:pic>
      <p:pic>
        <p:nvPicPr>
          <p:cNvPr id="7" name="Picture 6" descr="A white background with text&#10;&#10;AI-generated content may be incorrect.">
            <a:extLst>
              <a:ext uri="{FF2B5EF4-FFF2-40B4-BE49-F238E27FC236}">
                <a16:creationId xmlns:a16="http://schemas.microsoft.com/office/drawing/2014/main" id="{D56EFAED-99C8-B061-1F76-5B338BC449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604" b="-3"/>
          <a:stretch>
            <a:fillRect/>
          </a:stretch>
        </p:blipFill>
        <p:spPr>
          <a:xfrm>
            <a:off x="7568124" y="2774242"/>
            <a:ext cx="3836475" cy="2526622"/>
          </a:xfrm>
          <a:prstGeom prst="rect">
            <a:avLst/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102375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A30FA-B03C-7B82-5C64-AEF75C7B1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TMDB Conceptual ERD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64AC1-0135-8932-701E-EEC103C0B7C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en-US" dirty="0"/>
              <a:t>TMDB entities used:</a:t>
            </a:r>
          </a:p>
          <a:p>
            <a:pPr lvl="0"/>
            <a:r>
              <a:rPr lang="en-US" dirty="0"/>
              <a:t>Movie: id, title, runtime, genres, overview, poster path, release date.</a:t>
            </a:r>
          </a:p>
          <a:p>
            <a:pPr lvl="0"/>
            <a:r>
              <a:rPr lang="en-US" dirty="0"/>
              <a:t>Person: id, name, biography, birthday, profile path.</a:t>
            </a:r>
          </a:p>
          <a:p>
            <a:pPr lvl="0"/>
            <a:r>
              <a:rPr lang="en-US" dirty="0"/>
              <a:t>Credits: list of actors involved in a film.</a:t>
            </a:r>
          </a:p>
          <a:p>
            <a:pPr lvl="0"/>
            <a:r>
              <a:rPr lang="en-US" dirty="0"/>
              <a:t>Configuration: image base URLs.</a:t>
            </a:r>
            <a:br>
              <a:rPr lang="en-US" dirty="0"/>
            </a:br>
            <a:r>
              <a:rPr lang="en-US" dirty="0"/>
              <a:t>These entities form relationships like a relational database but are consumed via API.</a:t>
            </a:r>
          </a:p>
        </p:txBody>
      </p:sp>
    </p:spTree>
    <p:extLst>
      <p:ext uri="{BB962C8B-B14F-4D97-AF65-F5344CB8AC3E}">
        <p14:creationId xmlns:p14="http://schemas.microsoft.com/office/powerpoint/2010/main" val="228409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6FAC9-AF7C-156C-177F-481CC30D5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7F4E8-D1AE-5DAD-01C1-4F985BDD90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First, User loads page.</a:t>
            </a:r>
          </a:p>
          <a:p>
            <a:r>
              <a:rPr lang="en-US" dirty="0"/>
              <a:t>Second, JavaScript fetches data using TMDB API.</a:t>
            </a:r>
          </a:p>
          <a:p>
            <a:r>
              <a:rPr lang="en-US" dirty="0"/>
              <a:t>Third, Response returns JSON movie or person objects.</a:t>
            </a:r>
          </a:p>
          <a:p>
            <a:r>
              <a:rPr lang="en-US" dirty="0"/>
              <a:t>Fourth, DOM renders results.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743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9889F-F017-FE95-1AAB-DF3F43A61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85800"/>
            <a:ext cx="6398496" cy="1151965"/>
          </a:xfrm>
        </p:spPr>
        <p:txBody>
          <a:bodyPr>
            <a:normAutofit/>
          </a:bodyPr>
          <a:lstStyle/>
          <a:p>
            <a:r>
              <a:rPr lang="en-US" sz="3800"/>
              <a:t>Navigation and Interactions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9C9DE-0E52-C9EC-98AD-8740AA3E98E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2063397"/>
            <a:ext cx="6397157" cy="32374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Navigation consists of a shared navbar linking all pages. User interactions include movie and actor grid selections, modal pop‑ups, menu navigation, featured content interactions, and responsive layout adjustments.</a:t>
            </a:r>
          </a:p>
          <a:p>
            <a:endParaRPr lang="en-US" dirty="0"/>
          </a:p>
        </p:txBody>
      </p:sp>
      <p:pic>
        <p:nvPicPr>
          <p:cNvPr id="7" name="Picture 6" descr="A screenshot of a movie&#10;&#10;AI-generated content may be incorrect.">
            <a:extLst>
              <a:ext uri="{FF2B5EF4-FFF2-40B4-BE49-F238E27FC236}">
                <a16:creationId xmlns:a16="http://schemas.microsoft.com/office/drawing/2014/main" id="{8D9525CF-086B-B632-7630-4F67D5633D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8124" y="572549"/>
            <a:ext cx="3836475" cy="1841507"/>
          </a:xfrm>
          <a:prstGeom prst="rect">
            <a:avLst/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</p:pic>
      <p:pic>
        <p:nvPicPr>
          <p:cNvPr id="5" name="Picture 4" descr="A screenshot of a group of people&#10;&#10;AI-generated content may be incorrect.">
            <a:extLst>
              <a:ext uri="{FF2B5EF4-FFF2-40B4-BE49-F238E27FC236}">
                <a16:creationId xmlns:a16="http://schemas.microsoft.com/office/drawing/2014/main" id="{0ACE3E5B-0D19-B69B-F58B-514BE11D18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8124" y="3198015"/>
            <a:ext cx="3836475" cy="1831916"/>
          </a:xfrm>
          <a:prstGeom prst="rect">
            <a:avLst/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2763828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667A4-C739-6C01-590D-5E7239343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9812" y="685800"/>
            <a:ext cx="3072869" cy="1151965"/>
          </a:xfrm>
        </p:spPr>
        <p:txBody>
          <a:bodyPr>
            <a:normAutofit/>
          </a:bodyPr>
          <a:lstStyle/>
          <a:p>
            <a:r>
              <a:rPr lang="en-US" sz="3700"/>
              <a:t>Design Choices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EBDF3C-61A6-450C-8532-9276D9A1E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240" y="457200"/>
            <a:ext cx="7045932" cy="4686138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movie&#10;&#10;AI-generated content may be incorrect.">
            <a:extLst>
              <a:ext uri="{FF2B5EF4-FFF2-40B4-BE49-F238E27FC236}">
                <a16:creationId xmlns:a16="http://schemas.microsoft.com/office/drawing/2014/main" id="{B082FD1F-EC3B-0B80-4999-AA3170F1C2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07" y="1225280"/>
            <a:ext cx="6557897" cy="314778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E997B-F9CA-04FF-92A3-A74E41DCD1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06592" y="2071048"/>
            <a:ext cx="3076090" cy="3072290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/>
              <a:t>Modal-based display for detailed information.</a:t>
            </a:r>
          </a:p>
          <a:p>
            <a:pPr>
              <a:lnSpc>
                <a:spcPct val="110000"/>
              </a:lnSpc>
            </a:pPr>
            <a:r>
              <a:rPr lang="en-US" sz="1800"/>
              <a:t>Featured content for homepage.</a:t>
            </a:r>
          </a:p>
          <a:p>
            <a:pPr>
              <a:lnSpc>
                <a:spcPct val="110000"/>
              </a:lnSpc>
            </a:pPr>
            <a:r>
              <a:rPr lang="en-US" sz="1800"/>
              <a:t>Grid layout optimized for readability.</a:t>
            </a:r>
          </a:p>
          <a:p>
            <a:pPr>
              <a:lnSpc>
                <a:spcPct val="110000"/>
              </a:lnSpc>
            </a:pPr>
            <a:r>
              <a:rPr lang="en-US" sz="1800"/>
              <a:t>Arkansas-inspired color palette.</a:t>
            </a:r>
          </a:p>
          <a:p>
            <a:pPr>
              <a:lnSpc>
                <a:spcPct val="110000"/>
              </a:lnSpc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4076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CCA7-ABD8-2B4E-B4AF-09DBEE5F5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ECFF8-5A00-BF77-9721-7B0F6E3EDFF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Verified modal interactions.</a:t>
            </a:r>
          </a:p>
          <a:p>
            <a:r>
              <a:rPr lang="en-US" dirty="0"/>
              <a:t>API handling.</a:t>
            </a:r>
          </a:p>
          <a:p>
            <a:r>
              <a:rPr lang="en-US" dirty="0"/>
              <a:t>Mobile responsiveness confirmed.</a:t>
            </a:r>
          </a:p>
          <a:p>
            <a:r>
              <a:rPr lang="en-US" dirty="0"/>
              <a:t>Verified TMDB links &amp; navigation.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47523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A0909-6803-55EA-E687-6571A96E9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47E3C-A12C-7A7A-BA7E-11E58FBF48D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Fully functional movie and actor database site.</a:t>
            </a:r>
          </a:p>
          <a:p>
            <a:r>
              <a:rPr lang="en-US" dirty="0"/>
              <a:t>Clean visuals and consistent UI.</a:t>
            </a:r>
          </a:p>
          <a:p>
            <a:r>
              <a:rPr lang="en-US" dirty="0"/>
              <a:t>Easy future expansion.</a:t>
            </a:r>
          </a:p>
          <a:p>
            <a:r>
              <a:rPr lang="en-US" dirty="0"/>
              <a:t>Meets all client requirements.</a:t>
            </a:r>
          </a:p>
        </p:txBody>
      </p:sp>
    </p:spTree>
    <p:extLst>
      <p:ext uri="{BB962C8B-B14F-4D97-AF65-F5344CB8AC3E}">
        <p14:creationId xmlns:p14="http://schemas.microsoft.com/office/powerpoint/2010/main" val="948483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D192B-01DB-20BA-4053-031505234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738DC-4870-F869-6678-3C7C8046CAA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Search functionality.</a:t>
            </a:r>
          </a:p>
          <a:p>
            <a:r>
              <a:rPr lang="en-US" dirty="0"/>
              <a:t>Map view of filming locations.</a:t>
            </a:r>
          </a:p>
          <a:p>
            <a:r>
              <a:rPr lang="en-US" dirty="0"/>
              <a:t>User ratings or favorites.</a:t>
            </a:r>
          </a:p>
          <a:p>
            <a:r>
              <a:rPr lang="en-US" dirty="0"/>
              <a:t>Better filtering options.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780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54805-B20E-C287-488C-73F46CFF1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85800"/>
            <a:ext cx="6397155" cy="1151965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1ED98-2004-1FD8-CB7E-0F5F453AC63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3141" y="1603760"/>
            <a:ext cx="6397157" cy="328873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/>
              <a:t>The project demonstrates strong API integration, frontend development, UI design, testing, and documentation. The Arkansas Movies n’ Actors Website meets all client goals effectively.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E55ABB-F8A4-17A2-9B00-99D56107F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437" y="2866256"/>
            <a:ext cx="5527862" cy="2611914"/>
          </a:xfrm>
          <a:prstGeom prst="rect">
            <a:avLst/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8279210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41</TotalTime>
  <Words>477</Words>
  <Application>Microsoft Office PowerPoint</Application>
  <PresentationFormat>Widescreen</PresentationFormat>
  <Paragraphs>71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Impact</vt:lpstr>
      <vt:lpstr>Main Event</vt:lpstr>
      <vt:lpstr>Arkansas Movies n’ Actors Capstone II Project Presentation</vt:lpstr>
      <vt:lpstr>Client Background</vt:lpstr>
      <vt:lpstr>Problem Definition Review</vt:lpstr>
      <vt:lpstr>Project Objectives</vt:lpstr>
      <vt:lpstr>System Analysis Overview</vt:lpstr>
      <vt:lpstr>Tools and Technologies</vt:lpstr>
      <vt:lpstr>Design Overview</vt:lpstr>
      <vt:lpstr>TMDB Conceptual ERD</vt:lpstr>
      <vt:lpstr>Data Flow</vt:lpstr>
      <vt:lpstr>Navigation and Interactions</vt:lpstr>
      <vt:lpstr>Design Choices</vt:lpstr>
      <vt:lpstr>Testing Summary</vt:lpstr>
      <vt:lpstr>Project Outcomes</vt:lpstr>
      <vt:lpstr>Future Enhancements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Bryan</dc:creator>
  <cp:lastModifiedBy>Nicholas Bryan</cp:lastModifiedBy>
  <cp:revision>6</cp:revision>
  <dcterms:created xsi:type="dcterms:W3CDTF">2025-12-03T14:07:06Z</dcterms:created>
  <dcterms:modified xsi:type="dcterms:W3CDTF">2025-12-03T14:56:54Z</dcterms:modified>
</cp:coreProperties>
</file>